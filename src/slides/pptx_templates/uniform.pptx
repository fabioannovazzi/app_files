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2="http://schemas.openxmlformats.org/drawingml/2006/main" xmlns:r="http://schemas.openxmlformats.org/officeDocument/2006/relationships" saveSubsetFonts="1" autoCompressPictures="0">
  <ns0:sldMasterIdLst>
    <ns0:sldMasterId id="2147483648" r:id="rId1"/>
  </ns0:sldMasterIdLst>
  <ns0:sldIdLst/>
  <ns0:sldSz cx="12192000" cy="6858000" type="screen4x3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